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The Ambernath MahRERA Housing Scam refers to the Rs. 2000 crore real estate scam that was uncovered in 2020 in Maharashtra, India.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scam involves multiple real estate developers, including ABIL Group, Pride Group, and Housing Development &amp; Infrastructure Limited (HDIL).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scam was discovered after a delay of more than 3 years, resulting in thousands of homebuyers suffering immense financial losses.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6304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Key Players Involved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HDIL's Wadhawans, brothers Rakesh and Sarang, were the main accused in the scam.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ABIL Group's Chairman, Abhay Bhutada, was also accused of being involved in the scam.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Other developers, such as Pride Group's Rohit Aggarwal, were also named in the scam.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Investigation and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A complaint was filed with the Bombay High Court in 2017, alleging that the developers had failed to deliver flats to homebuyers.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court ordered a special investigation team (SIT) to be set up to investigate the scam.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SIT discovered that the developers had misused funds, including those meant for land acquisition and construction.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Impact and Aftermath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Thousands of homebuyers were affected by the scam, with some having paid lump sums for flats that were never delivered.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scam led to a significant slowdown in the real estate sector in Maharashtra.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government and law enforcement agencies have been criticized for delayed action in uncovering the scam.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The Ambernath MahRERA Housing Scam is a stark reminder of the need for stricter regulations and enforcement in the real estate sector.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Homebuyers must be protected from such scams, and those responsible must be held accountable.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government and authorities must take immediate action to address the issue and prevent such scams in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