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Browser Battle: Brave vs Chrome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63040"/>
            <a:ext cx="3657600" cy="21421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is a relatively new web browser that aims to offer a faster and more private browsing experience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Chrome, on the other hand, is a well-established and widely-used browser developed by Google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In this presentation, we will compare and contrast the key features and performance of both browsers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Privacy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blocks third-party trackers and ads by default, giving users more control over their online data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Brave also has a built-in ad blocker, which can significantly improve page load times and reduce clutter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Chrome does have some privacy features, such as Incognito mode, but it is more transparent about data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Speed 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claims to be up to 3x faster than Chrome due to its innovative design and optimization techniques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Brave also has a smaller codebase and fewer moving parts, which can result in a more stable browsing experience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Chrome has many features and extensions, which can slow it down and make it more memory-intensive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has a clean and minimalist interface that gets out of the way, allowing users to focus on their content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Brave also has a focus on mobile users, with a simplified interface that is easy to navigate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Chrome's interface is highly customizable, but it can also be cluttered and overwhelming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uses the same advanced security features as Chrome, including sandboxing and SSL/TLS encryption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Brave also has a built-in HTTPS Everywhere feature, which helps protect user data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Chrome has a strong reputation for security, but has faced some vulnerabilities in the past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Extensions and Add-ons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has a limited selection of extensions and add-ons, but is constantly adding new ones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Brave also has a built-in Rewards feature, which allows users to earn cryptocurrency for viewing ads or using Brave Search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Chrome has a vast library of extensions and add-ons, but some may slow it down or compromise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Platform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is available on desktop and mobile devices, including Windows, macOS, and Linux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Brave also has a focus on emerging markets, with support for languages like Hindi and Spanish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Chrome is also available on desktop and mobile devices, with a wider range of language options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Cost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is completely free and open-source, with no hidden fees or subscription costs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Brave also has a non-profit model, which aims to use revenue from Brave Search to fund development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Chrome is also free, but has some optional premium features and subscriptions, such as Google Drive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Brave and Chrome are two distinct browsers with different approaches to privacy, speed, and security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Brave offers a unique combination of speed, privacy, and simplicity, but may lack the customization options of Chrome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Ultimately, the choice between Brave and Chrome will depend on individual user needs and preferences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