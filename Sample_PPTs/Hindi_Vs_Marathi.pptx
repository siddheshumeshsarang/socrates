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Introduction to Hindi and Marathi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Hindi and Marathi are two prominent languages spoken in India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Both languages belong to the Indo-Aryan language family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Despite being distinct languages, they share a common ancestor and have influenced each other's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Similarities between Hindi and Marathi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Both languages use the same script, Devanagari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Share similar grammar and sentence structure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Many words are similar or identical in both languages, due to linguistic borrowing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Differences between Hindi and Marathi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Hindi is an official language of India, while Marathi is an official language of the state of Maharashtra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Hindi is more widely spoken, with approximately 550 million speakers, whereas Marathi has around 83 million speakers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Marathi has a distinct grammatical structure and vocabulary, influenced by ancient Buddhist and Brahmi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Cultural Significance of Hindi and Marathi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Hindi is the language of India's independence movement and national identity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Marathi is closely tied to the culture and identity of the Marathi people, particularly in Maharashtra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Both languages have a rich literary and cinematic tradition, with many famous authors, poets, and filmmakers celebrating their respective languages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