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What Is Lorem Ipsum?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A scrambled excerpt from Cicero’s 45 BC Latin text.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Serves as placeholder text to illustrate visual design.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Mimics natural word patterns without distracting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Historical Roots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First used in the 1960s by typesetters for printing proofs.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Named after “lorem ipsum dolor sit amet,” a common opening fragment.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Its longevity stems from the balance of familiar letter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Why Designers Love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Provides a neutral canvas for typography experiments.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Keeps client focus on layout, not content.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Easy to generate and adapt to any length.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Common Variations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Classic Lorem Ipsum – the standard paragraph blocks.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Lorem Ipsum Generator tools – create custom word counts.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Themed placeholders (e.g., “Cupcake Ipsum,” “Hipster Ipsum”).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Best Practices for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Replace placeholder text before final publishing.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Match the dummy text length to expected real content.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Avoid using Lorem Ipsum in user‑facing drafts.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Impact on User Experience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Allows realistic scrolling and interaction patterns.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Prevents bias from meaningful content during early tests.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Helps identify spacing and hierarchy issues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Accessibility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Ensure screen readers ignore placeholder text in prototypes.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Use ARIA attributes to label dummy sections clearly.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Swap Lorem Ipsum with meaningful alt text before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Digital Tools &amp;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Built‑in generators in Adobe XD, Figma, and Sketch.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Browser extensions add Lorem Ipsum with a click.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API services deliver multilingual placeholder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Common Mistakes to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Forgetting to replace Lorem Ipsum before launch.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Over‑loading pages with too many paragraphs.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Using the same placeholder across diverse layouts, causing visual monotony.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8"/>
            </a:gs>
            <a:gs pos="100000">
              <a:srgbClr val="283C6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4C8FF"/>
                </a:solidFill>
                <a:latin typeface="Poppins"/>
              </a:rPr>
              <a:t>Future of Placeholder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DCDCF0"/>
                </a:solidFill>
                <a:latin typeface="Poppins"/>
              </a:rPr>
              <a:t>• AI‑driven content previews that mimic real copy.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Dynamic, context‑aware placeholders adapting to design changes.</a:t>
            </a:r>
          </a:p>
          <a:p>
            <a:r>
              <a:rPr sz="2200" b="1">
                <a:solidFill>
                  <a:srgbClr val="DCDCF0"/>
                </a:solidFill>
                <a:latin typeface="Poppins"/>
              </a:rPr>
              <a:t>• Greater emphasis on semantic placeholders for accessibility.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6C8FF"/>
                </a:solidFill>
                <a:latin typeface="Poppins"/>
              </a:rPr>
              <a:t>~ generated by Socrates.vercel.app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