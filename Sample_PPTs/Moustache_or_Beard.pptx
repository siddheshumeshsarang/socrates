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0064"/>
                </a:solidFill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The Age-Old Debate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The History of Adornments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Both moustaches and beards have been a part of human history for thousands of years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Ancient civilizations such as the Egyptians, Greeks, and Romans were known to sport these facial hairstyles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Moustaches were a symbol of wisdom, intelligence, and leadership, while beards represented masculinity and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Symbolism and Pop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In the 19th century, the moustache was associated with elegance and sophistication, with the likes of Charlie Chaplin and Groucho Marx sporting iconic 'staches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1970s saw the rise of the hippie movement, with beards becoming a symbol of counter-culture and free-spiritedness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Today, both moustaches and beards are seen as a way to express individuality and creativity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The Art of Grooming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Both moustaches and beards require regular maintenance to keep them looking their best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This includes trimming, conditioning, and styling to achieve the desired shape and look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right tools and techniques can make all the difference in keeping your facial hair looking neat and tidy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Styling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When it comes to moustaches, there are many different styles to choose from, including the classic, the handlebar, and the toothbrush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Beards can also be styled in a variety of ways, including the goatee, the chin strap, and the shaggy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Experimenting with different styles can help you find the one that suits your face shape and personal style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Ultimately, the choice between a moustache and a beard comes down to personal preference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Both can be a great way to express yourself and add some flair to your appearance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Whether you're a fan of the classic and elegant or the bold and dramatic, there's a facial hairstyle out there for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