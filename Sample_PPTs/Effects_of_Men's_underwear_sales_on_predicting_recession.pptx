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Men's Underwear Sales as an Economic Indicator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Men's underwear sales are closely linked to overall consumer confidence and spending habits.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Decreasing sales can signal a decline in consumer confidence, a sign of impending economic downturn.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Historical data suggests a correlation between underwear sales and recessions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Underwear Sales Trends Preceding Recession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In 2000, the US saw a surge in underwear sales following the dot-com bubble burst.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Similar trends were observed in 2008, before the global financial crisis.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Research indicates that underwear sales may act as an early warning sign for recessions.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The Role of Fashion and Trends in Underwear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Shifts in men's fashion, such as the rise of boxers and the decline of briefs, affect sales.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Seasonal and holiday promotions can greatly impact underwear sales.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Underwear sales are also influenced by celebrity and social media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Correlation Between Underwear Sales and GDP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Historical data suggests a strong correlation between underwear sales and US GDP growth.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A decline in underwear sales often precedes a recession by several months to a year.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lag effect can provide valuable time for businesses and policymakers to adapt.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Economic Indicators vs. Underwear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Underwear sales may appear irrational as an indicator, but the correlation is significant.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Other indicators, such as housing market trends and stock prices, may also play a role.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A combination of indicators, including underwear sales, can provide a more accurate recession forecast.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Psychological Factors Affecting Underwear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Men's attitudes towards underwear, such as embarrassment or self-consciousness, impact sales.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Underwear sales may be more sensitive to economic uncertainty than other consumer goods.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influence of marketing and advertising campaigns on underwear sales is significant.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Regional Variations in Underwear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Underwear sales can vary greatly across different regions and demographics.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Sales in areas with high student populations, such as college towns, may differ from those in urban centers.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Age and income can also influence underwear purchase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Impact of Marketing on Underwear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Effective marketing campaigns can boost underwear sales and drive consumer engagement.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rise of e-commerce has changed the way men shop for underwear, with online sales on the rise.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Brands focusing on comfort, sustainability, and affordability can drive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Potential Uses of Underwear Sales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Businesses can use underwear sales data to make informed marketing and production decisions.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Policymakers can leverage underwear sales as a potential recession indicator.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Research institutions can study the correlation between underwear sales and economic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Underwear sales offer a unique perspective on consumer confidence and spending habits.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By analyzing these sales, businesses and policymakers can gain valuable insights into potential economic downturns.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Further research is necessary to refine the relationship between underwear sales and recession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