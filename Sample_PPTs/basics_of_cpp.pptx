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Introduction to C++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C++ is a high-performance, compiled, general-purpose programming language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It was developed by Bjarne Stroustrup as an extension of the C language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C++ is used for developing operating systems, games, web browsers, and many other applications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6304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C++ Syntax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C++ is case-sensitive: uppercase and lowercase letters have different meanings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Variables must be declared before they are used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C++ supports procedural, object-oriented, and generic programming paradigms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C++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Variables in C++ can be declared using the data type, such as int, float, char, etc.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scope of a variable is the region of the program where it can be accessed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C++ supports various data types such as integer, floating-point, character, and Boolean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C++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C++ supports various operators such as arithmetic, comparison, logical, and assignment operators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Operators are used to perform operations on variables and values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C++ also supports implicit type conversion and operator overloading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C++ Control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C++ supports various control structures such as if-else statements, switch statements, and loops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if-else statement is used to execute a block of code if a condition is true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switch statement is used to execute a block of code based on the value of an expression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C++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Functions in C++ are blocks of code that can be called multiple times from different parts of the program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Functions can take arguments and return values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Functions can be used to reuse code and promote modularity in the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C++ Classes and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Classes in C++ are user-defined data types that encapsulate data and functions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Objects are instances of classes and have their own set of attributes and methods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Classes and objects are the building blocks of object-oriented programming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C++ Constructors and Destructors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Constructors in C++ are special member functions that are called when an object is created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Destructors in C++ are special member functions that are called when an object is destroyed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Constructors and destructors are used to initialize and cleanup objects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C++ Inheritance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Inheritance in C++ is the mechanism of creating a new class from an existing class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The new class is called the derived class, and the existing class is called the base class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Inheritance allows code reuse and promotes modularity in the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C++ Polymorphism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Polymorphism in C++ is the ability of an object to take on multiple forms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C++ supports polymorphism through method overriding and method overloading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Polymorphism is used to write code that can work with objects of different classes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280064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0">
                <a:solidFill>
                  <a:srgbClr val="323232"/>
                </a:solidFill>
              </a:rPr>
              <a:t>• C++ is a powerful and versatile programming language with a wide range of applications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C++ is used to develop systems software, games, and web applications</a:t>
            </a:r>
          </a:p>
          <a:p>
            <a:pPr algn="l"/>
            <a:r>
              <a:rPr sz="2200" b="0">
                <a:solidFill>
                  <a:srgbClr val="323232"/>
                </a:solidFill>
              </a:rPr>
              <a:t>• Mastering C++ requires practice and dedication, but it is a rewarding and challenging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